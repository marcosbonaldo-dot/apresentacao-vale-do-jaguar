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5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427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27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60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11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78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148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982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667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081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09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97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D4A8C-AFA4-45E1-B87A-0901EB9B6E88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8909A-88C6-45A2-9F50-BA9D05C766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95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0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  <p:pic>
        <p:nvPicPr>
          <p:cNvPr id="6" name="Espaço Reservado para Conteúdo 5"/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17" r="16776"/>
          <a:stretch/>
        </p:blipFill>
        <p:spPr>
          <a:xfrm>
            <a:off x="6694905" y="1452282"/>
            <a:ext cx="5349178" cy="3591167"/>
          </a:xfrm>
        </p:spPr>
      </p:pic>
    </p:spTree>
    <p:extLst>
      <p:ext uri="{BB962C8B-B14F-4D97-AF65-F5344CB8AC3E}">
        <p14:creationId xmlns:p14="http://schemas.microsoft.com/office/powerpoint/2010/main" val="205002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2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41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1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31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30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Jo�O Paulo Versuri Canezela</dc:creator>
  <cp:lastModifiedBy>Jo�O Paulo Versuri Canezela  </cp:lastModifiedBy>
  <cp:revision>3</cp:revision>
  <dcterms:created xsi:type="dcterms:W3CDTF">2026-05-05T22:59:30Z</dcterms:created>
  <dcterms:modified xsi:type="dcterms:W3CDTF">2026-05-05T23:23:11Z</dcterms:modified>
</cp:coreProperties>
</file>